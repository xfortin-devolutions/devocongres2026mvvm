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2" r:id="rId2"/>
    <p:sldMasterId id="2147483704" r:id="rId3"/>
    <p:sldMasterId id="2147483684" r:id="rId4"/>
    <p:sldMasterId id="2147483660" r:id="rId5"/>
    <p:sldMasterId id="2147483696" r:id="rId6"/>
  </p:sldMasterIdLst>
  <p:notesMasterIdLst>
    <p:notesMasterId r:id="rId13"/>
  </p:notesMasterIdLst>
  <p:sldIdLst>
    <p:sldId id="262" r:id="rId7"/>
    <p:sldId id="263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1"/>
    <p:restoredTop sz="94694"/>
  </p:normalViewPr>
  <p:slideViewPr>
    <p:cSldViewPr snapToGrid="0">
      <p:cViewPr varScale="1">
        <p:scale>
          <a:sx n="129" d="100"/>
          <a:sy n="129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6750A-85F5-FC41-BABA-5F5964D2C956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E67F5-0C8C-5044-846D-9A50969D1F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9777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43523-5D73-D8F5-F6E3-6CE629D4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1214FB-F5E3-E497-BEC4-B313FCA9C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74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1687BC-C587-44B4-046C-472384F62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Modifier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162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93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C43566-376B-679F-040A-F0C579AAB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648A12-4BF3-E287-9AE5-87E4D08B6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 dirty="0"/>
              <a:t>Modifier le style des sous-titres du masque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5167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EA17D-09F5-E6F8-7779-D4159A96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53B702-6DBC-2EC0-CFF1-CAB48325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65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AEB55-8D9A-B324-C16C-697440D4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428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3B51A7-15E2-0D56-B8A0-6D94CDEF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6FE9FBF-4AA9-E359-DE5C-B4B5D9AE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F5DF96-28F5-7905-EC49-8F46A2B6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0311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633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2E2A64-7538-0835-84A9-3BE61A1D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589031"/>
          </a:xfrm>
        </p:spPr>
        <p:txBody>
          <a:bodyPr/>
          <a:lstStyle/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70C4B2-84A5-20A9-829A-E5F48DE44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6C389B-CCD4-F374-B084-2734097C9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DBC1BD-CAF3-BA08-2FF4-8D7AF9200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6534ACA-9825-7BEB-E8DA-D0096028F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7B0052-2DD3-6221-A851-3795BA5D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CCE48E5-A3DD-1D98-D3B0-E2BE36FA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79720BD-A7F8-5449-1A33-F8AE87900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0311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27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EA17D-09F5-E6F8-7779-D4159A96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53B702-6DBC-2EC0-CFF1-CAB48325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63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AEB55-8D9A-B324-C16C-697440D4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635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3B51A7-15E2-0D56-B8A0-6D94CDEF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6FE9FBF-4AA9-E359-DE5C-B4B5D9AE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F5DF96-28F5-7905-EC49-8F46A2B6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0311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892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2E2A64-7538-0835-84A9-3BE61A1D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589031"/>
          </a:xfrm>
        </p:spPr>
        <p:txBody>
          <a:bodyPr/>
          <a:lstStyle/>
          <a:p>
            <a:r>
              <a:rPr lang="fr-CA" dirty="0"/>
              <a:t>Modifier le style du 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70C4B2-84A5-20A9-829A-E5F48DE44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6C389B-CCD4-F374-B084-2734097C9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9DBC1BD-CAF3-BA08-2FF4-8D7AF9200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6534ACA-9825-7BEB-E8DA-D0096028F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7B0052-2DD3-6221-A851-3795BA5D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CCE48E5-A3DD-1D98-D3B0-E2BE36FA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79720BD-A7F8-5449-1A33-F8AE87900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0311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990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EA17D-09F5-E6F8-7779-D4159A96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53B702-6DBC-2EC0-CFF1-CAB48325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7218ED-456E-543F-2D59-D3241F0C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127749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70FC4E-F58F-AF93-2F6C-1E88FAAC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D4E4A8-5816-B3A4-EB9A-D724D4DB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0104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8690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AEB55-8D9A-B324-C16C-697440D4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713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475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18A444-2EDD-3BF0-CFFB-772F89FB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CFAC7F-5CEA-48DA-C094-1F0FEBDE6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778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EA17D-09F5-E6F8-7779-D4159A96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53B702-6DBC-2EC0-CFF1-CAB48325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7218ED-456E-543F-2D59-D3241F0C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70FC4E-F58F-AF93-2F6C-1E88FAAC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D4E4A8-5816-B3A4-EB9A-D724D4DB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643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AEB55-8D9A-B324-C16C-697440D4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FA6C7-7938-6AC8-E619-0CF99931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2F8FF0-240C-84DD-C805-94B871006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346007-E5E1-EC99-1610-CBB5199F7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82902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3B51A7-15E2-0D56-B8A0-6D94CDEF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C094F-0AB0-BB45-BEA0-BBB587057A04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6FE9FBF-4AA9-E359-DE5C-B4B5D9AE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F5DF96-28F5-7905-EC49-8F46A2B6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5A9968-C42C-B740-9921-D666A3542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2769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18A444-2EDD-3BF0-CFFB-772F89FB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CFAC7F-5CEA-48DA-C094-1F0FEBDE6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06485"/>
            <a:ext cx="5181600" cy="3970477"/>
          </a:xfrm>
        </p:spPr>
        <p:txBody>
          <a:bodyPr/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1D2BC5-F32A-7C1B-F7E1-AF9699E23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06487"/>
            <a:ext cx="5181600" cy="3970476"/>
          </a:xfrm>
        </p:spPr>
        <p:txBody>
          <a:bodyPr/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86632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CB3DBDBB-A86D-8A31-EC1D-B2E807897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6524"/>
            <a:ext cx="9144000" cy="269612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81285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AEB55-8D9A-B324-C16C-697440D4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407892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CA" dirty="0"/>
              <a:t>Modifier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0047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612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jp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jp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jp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5.jp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18AAC2-03FB-5665-9312-80EFF927712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94640F7-AA23-F36D-3877-6C532E375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330" y="2532614"/>
            <a:ext cx="5529470" cy="6455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AB0C15-8C5A-22A7-1AD9-570C330D0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4328" y="3240157"/>
            <a:ext cx="5529471" cy="2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dirty="0"/>
              <a:t>Si besoin, détails…</a:t>
            </a:r>
          </a:p>
        </p:txBody>
      </p:sp>
    </p:spTree>
    <p:extLst>
      <p:ext uri="{BB962C8B-B14F-4D97-AF65-F5344CB8AC3E}">
        <p14:creationId xmlns:p14="http://schemas.microsoft.com/office/powerpoint/2010/main" val="315111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4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2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B67792E-4205-D230-D60E-4C92AA088B6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B8DB82-FDA8-0286-A2FE-D73CC01E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B6F8A5-6117-096B-8B71-B63AA203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9595"/>
            <a:ext cx="10515600" cy="4393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texte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2208A2A9-3795-8C1D-B0F5-169E135D14E8}"/>
              </a:ext>
            </a:extLst>
          </p:cNvPr>
          <p:cNvCxnSpPr/>
          <p:nvPr userDrawn="1"/>
        </p:nvCxnSpPr>
        <p:spPr>
          <a:xfrm>
            <a:off x="900111" y="1159153"/>
            <a:ext cx="712946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57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8" r:id="rId2"/>
    <p:sldLayoutId id="2147483679" r:id="rId3"/>
    <p:sldLayoutId id="214748367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B837BF3-1F4C-DF7F-2EBC-D1576FD9C68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B8DB82-FDA8-0286-A2FE-D73CC01E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B6F8A5-6117-096B-8B71-B63AA203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9595"/>
            <a:ext cx="10515600" cy="4393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5673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B43B302-A954-5235-FE97-E4336982BD6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B8DB82-FDA8-0286-A2FE-D73CC01E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5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B6F8A5-6117-096B-8B71-B63AA203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052"/>
            <a:ext cx="10515600" cy="4715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z="2400" dirty="0"/>
              <a:t>texte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278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90" r:id="rId2"/>
    <p:sldLayoutId id="2147483691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F0A95DB-DDF1-8889-872B-B2E852CB79D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B8DB82-FDA8-0286-A2FE-D73CC01E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B6F8A5-6117-096B-8B71-B63AA203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26365"/>
            <a:ext cx="10515600" cy="3950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76564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6" r:id="rId2"/>
    <p:sldLayoutId id="2147483667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F2D46FF-6FE3-26DB-7F52-8C44786F035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B6F8A5-6117-096B-8B71-B63AA203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27991"/>
            <a:ext cx="10515600" cy="2445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Si vous avez des questions…</a:t>
            </a:r>
          </a:p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730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2" r:id="rId2"/>
    <p:sldLayoutId id="214748370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522AA-1D58-007A-0308-9B2DF972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3884B6-2FA0-5A17-0CEE-5D0606DD8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4557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E238A6-065D-D949-CE1F-056D6B128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1245E5-9DB8-B4CA-D534-1ACBD15FC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29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6D23D9-49D8-9FFC-06CD-E85806E3D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95AD14-2D7B-977B-5A6B-767C2770F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1637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C1F4D-80AB-70FA-DB3E-6BD272AC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6881A3-BBC3-F38E-5C17-F65260D41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3501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CE0552-B572-C859-AA20-C30EE5AA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41FBE5-B2F4-1560-DC78-9B1159F75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794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7797B6EC-5A3A-AB18-B3A5-F28232435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4818634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6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4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5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0</Words>
  <Application>Microsoft Macintosh PowerPoint</Application>
  <PresentationFormat>Grand écran</PresentationFormat>
  <Paragraphs>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6</vt:i4>
      </vt:variant>
      <vt:variant>
        <vt:lpstr>Titres des diapositives</vt:lpstr>
      </vt:variant>
      <vt:variant>
        <vt:i4>6</vt:i4>
      </vt:variant>
    </vt:vector>
  </HeadingPairs>
  <TitlesOfParts>
    <vt:vector size="16" baseType="lpstr">
      <vt:lpstr>Aptos</vt:lpstr>
      <vt:lpstr>Aptos Display</vt:lpstr>
      <vt:lpstr>Arial</vt:lpstr>
      <vt:lpstr>Open Sans</vt:lpstr>
      <vt:lpstr>1_Thème Office</vt:lpstr>
      <vt:lpstr>2_Thème Office</vt:lpstr>
      <vt:lpstr>6_Thème Office</vt:lpstr>
      <vt:lpstr>3_Thème Office</vt:lpstr>
      <vt:lpstr>4_Thème Office</vt:lpstr>
      <vt:lpstr>5_Thème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Payette</dc:creator>
  <cp:lastModifiedBy>Philippe Payette</cp:lastModifiedBy>
  <cp:revision>3</cp:revision>
  <dcterms:created xsi:type="dcterms:W3CDTF">2025-03-24T13:39:31Z</dcterms:created>
  <dcterms:modified xsi:type="dcterms:W3CDTF">2025-11-06T14:47:46Z</dcterms:modified>
</cp:coreProperties>
</file>